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-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975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4F46E5">
              <a:alpha val="18000"/>
            </a:srgbClr>
          </a:solidFill>
          <a:ln w="12700">
            <a:solidFill>
              <a:srgbClr val="4F46E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474720" cy="3474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02920"/>
            <a:ext cx="137160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📅  EventHub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Management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for organising, managing, and attending events — built with HTML, CSS, JavaScript, PHP &amp; MySQL.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31" y="4114800"/>
            <a:ext cx="20574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31" y="411480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Vrishabh Jawa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82851" y="4114800"/>
            <a:ext cx="20574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2851" y="411480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Web Technology (R1UC626C)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45679" y="4114800"/>
            <a:ext cx="20574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679" y="411480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 Ms. Isha Chopra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5226" y="4114800"/>
            <a:ext cx="20574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5226" y="411480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Galgotias University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What we'll cover in this presentation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475488" cy="6035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14081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16733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goals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84832"/>
            <a:ext cx="475488" cy="6035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84832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24128" y="2121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23865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aims to achieve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798064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98064"/>
            <a:ext cx="475488" cy="6035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98064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2834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30998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 of EventHub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511296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11296"/>
            <a:ext cx="475488" cy="6035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11296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35478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Used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38130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 &amp; Database stack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224528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224528"/>
            <a:ext cx="475488" cy="6035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24528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" y="42611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45262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and their interactions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371600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371600"/>
            <a:ext cx="475488" cy="6035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371600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21808" y="14081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21808" y="16733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fields and relationships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084832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084832"/>
            <a:ext cx="475488" cy="6035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084832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21808" y="2121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Screens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21808" y="23865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and user flow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798064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2798064"/>
            <a:ext cx="475488" cy="6035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798064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21808" y="2834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21808" y="30998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the system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511296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511296"/>
            <a:ext cx="475488" cy="6035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511296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21808" y="35478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21808" y="38130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4224528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4224528"/>
            <a:ext cx="475488" cy="6035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4224528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21808" y="42611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21808" y="45262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impact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EventHub?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4008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80467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64208"/>
            <a:ext cx="7680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EventHub is a modern, web-based Event Management System designed to eliminate manual work and provide a single, centralised platform for event discovery, registration, booking, and administration — accessible from any browser, on any device.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2029968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29184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Web-Based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0416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 needed — runs in any browser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33472" y="3200400"/>
            <a:ext cx="2029968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33472" y="329184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24912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Access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24912" y="40416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views for users, organizers &amp; admin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09744" y="3200400"/>
            <a:ext cx="2029968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9744" y="329184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01184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Responsive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01184" y="40416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desktop, tablet and mobile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86016" y="3200400"/>
            <a:ext cx="2029968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86016" y="329184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77456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&amp; Clean UI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77456" y="40416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Minimal, intuitive interface for all users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What EventHub aims to achieve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38912" cy="10972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438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984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 Manual Effort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60934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complete event workflow — no paper forms, no manual tracking.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438912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88720"/>
            <a:ext cx="438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12984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Centralised Platform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60934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event creation, registration, bookings, and management.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50592"/>
            <a:ext cx="43891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50592"/>
            <a:ext cx="438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560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 User Experience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87121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responsive interface for attendees &amp; organisers on any device.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45059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450592"/>
            <a:ext cx="438912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450592"/>
            <a:ext cx="438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2560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Data Management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87121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passwords, session authentication, validated inputs.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12464"/>
            <a:ext cx="43891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12464"/>
            <a:ext cx="438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822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Oversight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13308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 control over users, events, and all bookings.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712464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712464"/>
            <a:ext cx="438912" cy="10972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712464"/>
            <a:ext cx="438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3822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Scalable Architecture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413308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extendable with payments, QR codes, and mobile app support.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Everything EventHub offers out of the box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743200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" y="18562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Registration &amp; Login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203704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sign-up with role-based access control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10128" y="1234440"/>
            <a:ext cx="2743200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0128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19856" y="18562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Creation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19856" y="2203704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events with date, venue, capacity &amp; price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54496" y="1234440"/>
            <a:ext cx="2743200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54496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64224" y="18562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Listing &amp; Filters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64224" y="2203704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events by category, price or keyword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136392"/>
            <a:ext cx="2743200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273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🎟️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" y="375818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Booking System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4105656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booking with confirmation summary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10128" y="3136392"/>
            <a:ext cx="2743200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10128" y="3273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419856" y="375818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Control Panel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19856" y="4105656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dashboard: manage users, events &amp; bookings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54496" y="3136392"/>
            <a:ext cx="2743200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54496" y="3273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64224" y="375818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Responsive Design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64224" y="4105656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layout across all screen sizes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The complete technology stack powering EventHub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0299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2029968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267712"/>
            <a:ext cx="2029968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— Structure &amp; Semantics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816352"/>
            <a:ext cx="20299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3464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— Styling &amp; Animations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364992"/>
            <a:ext cx="2029968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8328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Interactivity &amp; DOM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1143000"/>
            <a:ext cx="20299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1143000"/>
            <a:ext cx="2029968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11430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169164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514600" y="2267712"/>
            <a:ext cx="2029968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228600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— Server-side Logic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14600" y="2816352"/>
            <a:ext cx="20299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283464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— Authentication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14600" y="3364992"/>
            <a:ext cx="2029968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338328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— Data Exchange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143000"/>
            <a:ext cx="20299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143000"/>
            <a:ext cx="202996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1430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169164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663440" y="2267712"/>
            <a:ext cx="2029968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28600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Data Storage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816352"/>
            <a:ext cx="20299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83464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 — DB Management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364992"/>
            <a:ext cx="2029968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38328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CRUD Operations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12280" y="1143000"/>
            <a:ext cx="20299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12280" y="1143000"/>
            <a:ext cx="202996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2280" y="11430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Deploy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12280" y="169164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6812280" y="2267712"/>
            <a:ext cx="2029968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228600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/ WAMP — Local Server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12280" y="2816352"/>
            <a:ext cx="20299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283464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— Code Editor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12280" y="3364992"/>
            <a:ext cx="2029968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338328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InfinityFree — Live Hosting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Four core modules working together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4114800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User Module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Registration &amp; Login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78608" y="17373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Profile Management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2860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 Bookings View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78608" y="22860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Access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114800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4114800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8872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📅  Event Module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17373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/ Edit Events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76288" y="17373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 Listing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64608" y="22860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 Filtering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76288" y="22860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 Detail View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4114800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08960"/>
            <a:ext cx="411480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0896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🎟️  Booking Module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36576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 Events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78608" y="36576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Booking Confirmation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6928" y="42062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Cancel Booking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78608" y="42062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Booking History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108960"/>
            <a:ext cx="4114800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108960"/>
            <a:ext cx="4114800" cy="47548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10896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🛡️  Admin Module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4608" y="36576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All Users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76288" y="36576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All Events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64608" y="42062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All Bookings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76288" y="42062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Stats Dashboard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MySQL tables and their relationships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88920" cy="43891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81912"/>
            <a:ext cx="2788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29384"/>
            <a:ext cx="2788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4767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first_name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276856"/>
            <a:ext cx="2788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951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last_name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624328"/>
            <a:ext cx="2788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4261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email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2788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900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phone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319272"/>
            <a:ext cx="2788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375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password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666744"/>
            <a:ext cx="2788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6850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014216"/>
            <a:ext cx="2788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325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created_at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64408" y="114300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64408" y="1143000"/>
            <a:ext cx="2788920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114300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64408" y="1581912"/>
            <a:ext cx="2788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16002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64408" y="1929384"/>
            <a:ext cx="2788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194767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title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64408" y="2276856"/>
            <a:ext cx="2788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22951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category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64408" y="2624328"/>
            <a:ext cx="2788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264261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event_date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64408" y="2971800"/>
            <a:ext cx="2788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55848" y="29900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location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64408" y="3319272"/>
            <a:ext cx="2788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55848" y="33375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capacity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64408" y="3666744"/>
            <a:ext cx="2788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848" y="36850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price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64408" y="4014216"/>
            <a:ext cx="2788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55848" y="40325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organizer_id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64408" y="4361688"/>
            <a:ext cx="2788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55848" y="43799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status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54496" y="114300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54496" y="1143000"/>
            <a:ext cx="278892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54496" y="114300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bookings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54496" y="1581912"/>
            <a:ext cx="2788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45936" y="16002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54496" y="1929384"/>
            <a:ext cx="2788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45936" y="194767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user_id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54496" y="2276856"/>
            <a:ext cx="2788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45936" y="22951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event_id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54496" y="2624328"/>
            <a:ext cx="2788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45936" y="264261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fullname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54496" y="2971800"/>
            <a:ext cx="2788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45936" y="29900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tickets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254496" y="3319272"/>
            <a:ext cx="2788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45936" y="33375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total_amount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54496" y="3666744"/>
            <a:ext cx="2788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45936" y="36850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status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54496" y="4014216"/>
            <a:ext cx="2788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45936" y="40325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booked_at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Primary Key    🔗 Foreign Key    users.id → bookings.user_id    events.id → bookings.event_id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Screens &amp; User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Pages included in EventHub and how users navigate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27432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 Page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features, event preview &amp; CTA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0128" y="123444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234440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01568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 Page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01568" y="21488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events with search &amp; category filters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54496" y="123444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123444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45936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Page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45936" y="21488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login with validation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10896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 Page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with role selection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10128" y="310896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0128" y="310896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🎟️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01568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Booking Page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401568" y="40233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details and confirm event booking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54496" y="310896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54496" y="3108960"/>
            <a:ext cx="274320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45936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Dashboard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45936" y="40233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events, bookings &amp; stats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Why EventHub is better than manual event management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051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27772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69164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&amp; Paperless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200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23160"/>
            <a:ext cx="73152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21061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691640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Supported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200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73152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79667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69164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Anytime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0" y="1188720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23360" y="1207008"/>
            <a:ext cx="365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62272" y="12161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Reduces Manual 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62272" y="146304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paperwork. Everything automated from signup to booking.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31920" y="2148840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23360" y="2167128"/>
            <a:ext cx="365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62272" y="21762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 to Use Interface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62272" y="242316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intuitive UI requires no training for end users.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931920" y="3108960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023360" y="3127248"/>
            <a:ext cx="365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62272" y="31363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Centralised Data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62272" y="338328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events, users, and bookings managed in one database.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31920" y="4069080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023360" y="4087368"/>
            <a:ext cx="365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62272" y="409651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Authentication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62272" y="434340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 and session management protect user data.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Planned features and enhancements for EventHub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7432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Gateway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/ UPI integration for real-time ticket payments.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0128" y="123444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234440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01568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 Code Entry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01568" y="21488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QR codes per booking for fast digital check-in.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54496" y="123444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4496" y="123444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45936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Notifications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45936" y="21488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in-app alerts for bookings, reminders, updates.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0896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or React Native app for event management on-the-go.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10128" y="310896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310896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401568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Dashboard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01568" y="40233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charts and revenue stats for organizers.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54496" y="310896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3108960"/>
            <a:ext cx="274320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45936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Multi-language Support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45936" y="40233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regional language options for wider reach.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Summing up what EventHub delivers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" cy="1325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34440"/>
            <a:ext cx="7909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EventHub provides a reliable, efficient, and modern solution for managing events digitally. It simplifies the entire process — from discovery to booking — for both attendees and organisers, replacing manual workflows with a fast, secure, and scalable web application.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76148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Fully functional web app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63824"/>
            <a:ext cx="8229600" cy="384048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18211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Clean &amp; responsive UI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84448"/>
            <a:ext cx="82296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60273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user authentication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05072"/>
            <a:ext cx="822960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0233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 admin control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425696"/>
            <a:ext cx="8229600" cy="384048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44398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Ready for real-world deployment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Tools, documentation and resources used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384048" cy="7498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13075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W3Schools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58191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JavaScript, PHP &amp; MySQL tutorials and documentation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1148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234440"/>
            <a:ext cx="384048" cy="7498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3444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30368" y="13075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MDN Web Docs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30368" y="158191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standards reference for HTML5, CSS3 and JavaScript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112264"/>
            <a:ext cx="41148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12264"/>
            <a:ext cx="384048" cy="7498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1226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2688" y="21854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PHP Manual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245973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PHP documentation and function reference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2112264"/>
            <a:ext cx="41148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112264"/>
            <a:ext cx="384048" cy="7498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11226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30368" y="21854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 Docs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0368" y="245973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reference for queries and database design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990088"/>
            <a:ext cx="41148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990088"/>
            <a:ext cx="384048" cy="7498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9008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2688" y="3063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Font Awesome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" y="333756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library used throughout the EventHub UI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2990088"/>
            <a:ext cx="41148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990088"/>
            <a:ext cx="384048" cy="7498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99008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30368" y="3063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Fonts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0368" y="333756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 &amp; DM Sans fonts used in the project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3867912"/>
            <a:ext cx="41148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867912"/>
            <a:ext cx="384048" cy="7498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86791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32688" y="39410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XAMPP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32688" y="421538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 server for PHP and MySQL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3867912"/>
            <a:ext cx="41148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867912"/>
            <a:ext cx="384048" cy="7498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86791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30368" y="39410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InfinityFree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30368" y="421538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PHP &amp; MySQL hosting for live deployment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06B6D4">
              <a:alpha val="16000"/>
            </a:srgbClr>
          </a:solidFill>
          <a:ln w="12700">
            <a:solidFill>
              <a:srgbClr val="06B6D4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2743200" cy="27432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5029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1325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0" y="2194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time and attention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71800"/>
            <a:ext cx="19659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718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Vrishabh Jawa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2971800"/>
            <a:ext cx="19659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9718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jawavrishabh@gmail.com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971800"/>
            <a:ext cx="19659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9718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+91 9953846707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2971800"/>
            <a:ext cx="19659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9718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Galgotias University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Technology (R1UC626C)  |  Submitted to: Ms. Isha Chopra  |  Data Science, SCSE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📅  EventHub — Event Management System  | 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1122</Words>
  <Application>Microsoft Office PowerPoint</Application>
  <PresentationFormat>On-screen Show (16:9)</PresentationFormat>
  <Paragraphs>300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Management System</dc:title>
  <dc:subject>PptxGenJS Presentation</dc:subject>
  <dc:creator>Vrishabh Jawa</dc:creator>
  <cp:lastModifiedBy>Vrishabh Jawa</cp:lastModifiedBy>
  <cp:revision>2</cp:revision>
  <dcterms:created xsi:type="dcterms:W3CDTF">2026-05-21T20:16:22Z</dcterms:created>
  <dcterms:modified xsi:type="dcterms:W3CDTF">2026-05-21T20:36:18Z</dcterms:modified>
</cp:coreProperties>
</file>